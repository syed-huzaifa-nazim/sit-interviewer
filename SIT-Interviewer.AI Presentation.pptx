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C444"/>
    <a:srgbClr val="0574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F2A7-1B5A-D8A1-3567-2DA013702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97463-480A-01C9-625F-011D6144B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DFCB-026D-D1CB-EF0D-349D4522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A363F-BFD1-5308-8C1E-523A2F99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2D7BE-F3AB-8254-BEA7-D723CF7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476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A2FB-FDA0-EB80-6B34-429F5262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4F6EC-2B70-83CD-53F6-6A346FE1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8B680-1D7A-BCC2-4978-80D497A6B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0FC56-DFC1-94F7-8C5D-595E2150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8A3C9-2C55-2993-5115-24D06426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2492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E140-A2A6-F5EE-7A4A-3E4957820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36DF9-DB3C-B2DF-2765-72D8F79B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427AA-C8E0-8535-5C8C-C98A5B73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BD24F-6259-DD79-4588-B4F697BC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E2DDA-1194-00D3-4EFF-BE9400DE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296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23FC-2D1B-8437-DB44-FACF6C5F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87E78-F0BE-77A4-510B-10F500C22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0EFBB-A40D-4FB2-D353-11584DEB0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135FE-9DB5-464C-5E5B-DE04475A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A44DC-0D9F-1AC4-2F34-E2346E3C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C214C-2858-686B-B802-D96D2D2E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873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8BAE-125C-F022-C667-D00798778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90B9C-F41D-F314-6ABB-D68ADDDF7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60BA0-B8E5-EBF5-31B3-F886BB680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7DABD-FA3C-A468-2C93-AA33594F5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F52E4-0978-9280-6D10-80FAADC61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DF2C3-A3AF-A330-4BF7-01526676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EFC327-8691-4DE7-2A7D-2EB73567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49495-8F01-D58A-CA77-51ADAF40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204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E0D2-F39A-B2F0-CCDB-1C70BE9F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6A96C-7440-770D-79E0-635A95C5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666CD-7A5F-C955-0865-9A3CE5D7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D6447-E05D-7524-71E2-2D21774D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806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8C281E-A8C5-10F4-C1E1-3A6266D1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D069B-4829-1A64-8773-218800A6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58BA4-CC14-4C20-8AB9-B1FB6EB1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4998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D596-5D8F-C930-C588-27C97AB5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C2E5B-56BD-417F-A659-DB03D8BCE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C5FA9-57A2-5714-D7D3-79A56BEE5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9F4BB-C433-5061-5F9D-8A99DC85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8AD77-3EC2-C4F7-6829-6B2F3285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93797-DA2D-7EDE-3084-C90E3032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08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5248-9325-63A1-E1E0-CF5A2970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D8835-929C-B024-ACC0-A933979D6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5815E-D040-E43C-1B34-D4B69CF3E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8C5B3-7DE1-C441-D823-C6A3CEB9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40066-C3BA-1BF5-DBF8-4B2C84D8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80466-485F-A7A6-A1AC-8DBD9DA6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2180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D221-DD11-3736-674C-F2E4822F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E9485-B34F-910D-12C0-B7758C9D2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5EB31-AF23-C714-16FE-05350799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328D9-DB54-8017-1B2B-835C8C20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FB89-6371-9710-ED34-5D92A722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898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3C405-2EDB-74AE-F2E8-0CD4CDBC5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413B5-4E5F-5F93-BF86-A855E378E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1A41D-F2BD-2673-5E83-B77A8DB2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C4D59-297E-B571-F0FE-474A49A0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67FCB-DD8B-8274-B0F2-A8E2DA70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9618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9B9CF-7CEC-E3E4-7238-29238469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E77CE-AC57-D101-81C5-294864CBC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DDD16-E3BE-8749-DE8C-1EB5B70B3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C2637-B65D-46D4-BF9C-0AF075BDFD57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1B811-AC15-1EF7-62C3-3AA7569CD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D8BB-84FC-3F6C-4A9E-4F543D63E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32997-19AE-462E-BD0C-FCF7F219F7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187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550D18-5010-4F17-86A2-F20921BC7B59}"/>
              </a:ext>
            </a:extLst>
          </p:cNvPr>
          <p:cNvSpPr/>
          <p:nvPr/>
        </p:nvSpPr>
        <p:spPr>
          <a:xfrm>
            <a:off x="-1" y="-1175655"/>
            <a:ext cx="12192000" cy="4060371"/>
          </a:xfrm>
          <a:prstGeom prst="roundRect">
            <a:avLst>
              <a:gd name="adj" fmla="val 12646"/>
            </a:avLst>
          </a:prstGeom>
          <a:solidFill>
            <a:srgbClr val="0574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CCF8F-516F-635B-8490-F8FD1DE33C5F}"/>
              </a:ext>
            </a:extLst>
          </p:cNvPr>
          <p:cNvSpPr txBox="1"/>
          <p:nvPr/>
        </p:nvSpPr>
        <p:spPr>
          <a:xfrm>
            <a:off x="653143" y="914401"/>
            <a:ext cx="10613571" cy="114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>SIT-INTERVIEWER.AI</a:t>
            </a:r>
          </a:p>
          <a:p>
            <a:pPr algn="ctr">
              <a:lnSpc>
                <a:spcPct val="150000"/>
              </a:lnSpc>
            </a:pPr>
            <a:r>
              <a:rPr lang="en-US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“Where Skill Speaks for Itself.”</a:t>
            </a:r>
            <a:endParaRPr lang="en-PK" sz="4400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504F7-81C5-4BA7-A48F-75020B179E04}"/>
              </a:ext>
            </a:extLst>
          </p:cNvPr>
          <p:cNvSpPr txBox="1"/>
          <p:nvPr/>
        </p:nvSpPr>
        <p:spPr>
          <a:xfrm>
            <a:off x="1034143" y="3724867"/>
            <a:ext cx="3080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574B9"/>
                </a:solidFill>
              </a:rPr>
              <a:t>Project Collaborators:</a:t>
            </a:r>
          </a:p>
          <a:p>
            <a:r>
              <a:rPr lang="en-US" sz="2000" b="1" dirty="0"/>
              <a:t>Syed Huzaifa Nazim</a:t>
            </a:r>
          </a:p>
          <a:p>
            <a:r>
              <a:rPr lang="en-US" sz="2000" b="1" dirty="0"/>
              <a:t>Saqib Khan</a:t>
            </a:r>
            <a:endParaRPr lang="en-PK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9F7243-5D48-D154-17F6-B97108266FB7}"/>
              </a:ext>
            </a:extLst>
          </p:cNvPr>
          <p:cNvSpPr txBox="1"/>
          <p:nvPr/>
        </p:nvSpPr>
        <p:spPr>
          <a:xfrm>
            <a:off x="8000999" y="3771033"/>
            <a:ext cx="419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574B9"/>
                </a:solidFill>
              </a:rPr>
              <a:t>Project Supervisor:</a:t>
            </a:r>
          </a:p>
          <a:p>
            <a:r>
              <a:rPr lang="en-US" b="1" dirty="0"/>
              <a:t>Mr. Qasim Hassan</a:t>
            </a:r>
          </a:p>
          <a:p>
            <a:r>
              <a:rPr lang="en-US" dirty="0"/>
              <a:t>         - Senior Cloud Data Engineer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47D4C8D-B21B-80E4-BCAF-47F338001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20573"/>
              </p:ext>
            </p:extLst>
          </p:nvPr>
        </p:nvGraphicFramePr>
        <p:xfrm>
          <a:off x="789213" y="5403327"/>
          <a:ext cx="1061357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6786">
                  <a:extLst>
                    <a:ext uri="{9D8B030D-6E8A-4147-A177-3AD203B41FA5}">
                      <a16:colId xmlns:a16="http://schemas.microsoft.com/office/drawing/2014/main" val="1239822502"/>
                    </a:ext>
                  </a:extLst>
                </a:gridCol>
                <a:gridCol w="5306786">
                  <a:extLst>
                    <a:ext uri="{9D8B030D-6E8A-4147-A177-3AD203B41FA5}">
                      <a16:colId xmlns:a16="http://schemas.microsoft.com/office/drawing/2014/main" val="2411726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8DC444"/>
                          </a:solidFill>
                        </a:rPr>
                        <a:t>Bootcamp 6.0 Project</a:t>
                      </a:r>
                    </a:p>
                    <a:p>
                      <a:pPr algn="r"/>
                      <a:r>
                        <a:rPr lang="en-US" b="1" dirty="0">
                          <a:solidFill>
                            <a:srgbClr val="0574B9"/>
                          </a:solidFill>
                        </a:rPr>
                        <a:t>Initial Defense Presentation</a:t>
                      </a:r>
                      <a:endParaRPr lang="en-PK" b="1" dirty="0">
                        <a:solidFill>
                          <a:srgbClr val="0574B9"/>
                        </a:solidFill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0574B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Saylani Mass IT Training Center</a:t>
                      </a:r>
                    </a:p>
                    <a:p>
                      <a:pPr rtl="0" eaLnBrk="1" latinLnBrk="0" hangingPunct="1"/>
                      <a:r>
                        <a:rPr lang="en-US" sz="1800" b="1" kern="1200" dirty="0">
                          <a:solidFill>
                            <a:srgbClr val="8DC44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Zaitoon Ashraf IT Park</a:t>
                      </a:r>
                    </a:p>
                    <a:p>
                      <a:pPr rtl="0" eaLnBrk="1" latinLnBrk="0" hangingPunct="1"/>
                      <a:r>
                        <a:rPr lang="en-US" sz="1800" b="0" kern="1200" dirty="0">
                          <a:solidFill>
                            <a:srgbClr val="0574B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 of AI &amp; Data Science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1189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F981633-8C21-3703-F115-EA6B0682A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185" y="3103375"/>
            <a:ext cx="2035628" cy="204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089E-BC54-7676-23D3-42A1E6F2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6616CF-D16F-B5D2-3E0C-D8C5A20D1C31}"/>
              </a:ext>
            </a:extLst>
          </p:cNvPr>
          <p:cNvSpPr/>
          <p:nvPr/>
        </p:nvSpPr>
        <p:spPr>
          <a:xfrm>
            <a:off x="-1" y="-1175655"/>
            <a:ext cx="12192000" cy="2481941"/>
          </a:xfrm>
          <a:prstGeom prst="roundRect">
            <a:avLst>
              <a:gd name="adj" fmla="val 12646"/>
            </a:avLst>
          </a:prstGeom>
          <a:solidFill>
            <a:srgbClr val="0574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2D4-2DB4-42B6-8A2E-6C33D0E8295A}"/>
              </a:ext>
            </a:extLst>
          </p:cNvPr>
          <p:cNvSpPr txBox="1"/>
          <p:nvPr/>
        </p:nvSpPr>
        <p:spPr>
          <a:xfrm>
            <a:off x="653143" y="355921"/>
            <a:ext cx="10613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Problem Statement</a:t>
            </a:r>
            <a:endParaRPr lang="en-PK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E6C32C-65A9-833D-C716-04D858CC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42" y="24557"/>
            <a:ext cx="1181101" cy="118639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C872587-A84F-6802-2CC7-B8C4250AFEE5}"/>
              </a:ext>
            </a:extLst>
          </p:cNvPr>
          <p:cNvSpPr/>
          <p:nvPr/>
        </p:nvSpPr>
        <p:spPr>
          <a:xfrm>
            <a:off x="6411686" y="1518362"/>
            <a:ext cx="5529943" cy="1319956"/>
          </a:xfrm>
          <a:prstGeom prst="rect">
            <a:avLst/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6D8F2E-E4C0-CB08-56AB-428132CD2291}"/>
              </a:ext>
            </a:extLst>
          </p:cNvPr>
          <p:cNvSpPr/>
          <p:nvPr/>
        </p:nvSpPr>
        <p:spPr>
          <a:xfrm>
            <a:off x="429985" y="2710872"/>
            <a:ext cx="5529943" cy="1319956"/>
          </a:xfrm>
          <a:prstGeom prst="rect">
            <a:avLst/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4FD38E-7613-0139-BB93-5DB530D33C0B}"/>
              </a:ext>
            </a:extLst>
          </p:cNvPr>
          <p:cNvSpPr/>
          <p:nvPr/>
        </p:nvSpPr>
        <p:spPr>
          <a:xfrm>
            <a:off x="6275613" y="3872092"/>
            <a:ext cx="5529943" cy="1319956"/>
          </a:xfrm>
          <a:prstGeom prst="rect">
            <a:avLst/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BC8306-B86A-5A43-1E0D-112A03C8C454}"/>
              </a:ext>
            </a:extLst>
          </p:cNvPr>
          <p:cNvSpPr/>
          <p:nvPr/>
        </p:nvSpPr>
        <p:spPr>
          <a:xfrm>
            <a:off x="429985" y="4999415"/>
            <a:ext cx="5529943" cy="1319956"/>
          </a:xfrm>
          <a:prstGeom prst="rect">
            <a:avLst/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E7AE3F-CEE2-7711-7C82-5FA51768A115}"/>
              </a:ext>
            </a:extLst>
          </p:cNvPr>
          <p:cNvGrpSpPr/>
          <p:nvPr/>
        </p:nvGrpSpPr>
        <p:grpSpPr>
          <a:xfrm>
            <a:off x="4787049" y="1517906"/>
            <a:ext cx="2617903" cy="4801465"/>
            <a:chOff x="4305411" y="1757393"/>
            <a:chExt cx="2617903" cy="4801465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2AFB0D73-9FDC-B109-BDB3-741D1E2FD77E}"/>
                </a:ext>
              </a:extLst>
            </p:cNvPr>
            <p:cNvSpPr/>
            <p:nvPr/>
          </p:nvSpPr>
          <p:spPr>
            <a:xfrm>
              <a:off x="5388427" y="1757393"/>
              <a:ext cx="1507781" cy="1320868"/>
            </a:xfrm>
            <a:prstGeom prst="hexagon">
              <a:avLst/>
            </a:prstGeom>
            <a:solidFill>
              <a:srgbClr val="0574B9"/>
            </a:solidFill>
            <a:ln w="38100">
              <a:solidFill>
                <a:srgbClr val="8DC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AF5FE9C0-F3AE-9567-5435-69FECBECC1C0}"/>
                </a:ext>
              </a:extLst>
            </p:cNvPr>
            <p:cNvSpPr/>
            <p:nvPr/>
          </p:nvSpPr>
          <p:spPr>
            <a:xfrm>
              <a:off x="4327179" y="2950359"/>
              <a:ext cx="1507781" cy="1320868"/>
            </a:xfrm>
            <a:prstGeom prst="hexagon">
              <a:avLst/>
            </a:prstGeom>
            <a:solidFill>
              <a:srgbClr val="0574B9"/>
            </a:solidFill>
            <a:ln w="38100">
              <a:solidFill>
                <a:srgbClr val="8DC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F33B77B5-AA66-A957-4993-1C18E42E9C97}"/>
                </a:ext>
              </a:extLst>
            </p:cNvPr>
            <p:cNvSpPr/>
            <p:nvPr/>
          </p:nvSpPr>
          <p:spPr>
            <a:xfrm>
              <a:off x="5415533" y="4100218"/>
              <a:ext cx="1507781" cy="1320868"/>
            </a:xfrm>
            <a:prstGeom prst="hexagon">
              <a:avLst/>
            </a:prstGeom>
            <a:solidFill>
              <a:srgbClr val="0574B9"/>
            </a:solidFill>
            <a:ln w="38100">
              <a:solidFill>
                <a:srgbClr val="8DC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1DA76245-8B5B-B7A1-F19D-7FE8B2F4C97B}"/>
                </a:ext>
              </a:extLst>
            </p:cNvPr>
            <p:cNvSpPr/>
            <p:nvPr/>
          </p:nvSpPr>
          <p:spPr>
            <a:xfrm>
              <a:off x="4305411" y="5237990"/>
              <a:ext cx="1507781" cy="1320868"/>
            </a:xfrm>
            <a:prstGeom prst="hexagon">
              <a:avLst/>
            </a:prstGeom>
            <a:solidFill>
              <a:srgbClr val="0574B9"/>
            </a:solidFill>
            <a:ln w="38100">
              <a:solidFill>
                <a:srgbClr val="8DC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96A00D2-0730-F071-BCF6-9772C73EDDEB}"/>
              </a:ext>
            </a:extLst>
          </p:cNvPr>
          <p:cNvSpPr txBox="1"/>
          <p:nvPr/>
        </p:nvSpPr>
        <p:spPr>
          <a:xfrm>
            <a:off x="7399618" y="1716675"/>
            <a:ext cx="4542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Thousands of students trained every year final certification interviews cannot scale manually.</a:t>
            </a:r>
            <a:endParaRPr lang="en-PK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C09F9A-AD06-B5FC-7D7A-889EA0AD5D75}"/>
              </a:ext>
            </a:extLst>
          </p:cNvPr>
          <p:cNvSpPr txBox="1"/>
          <p:nvPr/>
        </p:nvSpPr>
        <p:spPr>
          <a:xfrm>
            <a:off x="538842" y="3047684"/>
            <a:ext cx="439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Interviewing every student individually takes huge instructor time and manpower.</a:t>
            </a:r>
            <a:endParaRPr lang="en-PK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54DD64-AB7F-5B1C-180B-AA61C465B289}"/>
              </a:ext>
            </a:extLst>
          </p:cNvPr>
          <p:cNvSpPr txBox="1"/>
          <p:nvPr/>
        </p:nvSpPr>
        <p:spPr>
          <a:xfrm>
            <a:off x="7399618" y="4059500"/>
            <a:ext cx="4332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dirty="0"/>
              <a:t>No standardization, every instructor asks different questions, sets different standards.</a:t>
            </a:r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C62300-B4BC-5026-279A-C29C73EF0F85}"/>
              </a:ext>
            </a:extLst>
          </p:cNvPr>
          <p:cNvSpPr txBox="1"/>
          <p:nvPr/>
        </p:nvSpPr>
        <p:spPr>
          <a:xfrm>
            <a:off x="538842" y="5335771"/>
            <a:ext cx="4174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dirty="0"/>
              <a:t>Traditional interviews test talking about code, not writing and running it.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5518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109F-D7F6-B38B-E80A-EC3137B9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92741F-4008-5E85-A80F-C5642A2F451C}"/>
              </a:ext>
            </a:extLst>
          </p:cNvPr>
          <p:cNvSpPr/>
          <p:nvPr/>
        </p:nvSpPr>
        <p:spPr>
          <a:xfrm>
            <a:off x="-1" y="-1175655"/>
            <a:ext cx="12192000" cy="2481941"/>
          </a:xfrm>
          <a:prstGeom prst="roundRect">
            <a:avLst>
              <a:gd name="adj" fmla="val 12646"/>
            </a:avLst>
          </a:prstGeom>
          <a:solidFill>
            <a:srgbClr val="0574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B6E0E-7543-E06F-9ABC-2CD18FEFE48C}"/>
              </a:ext>
            </a:extLst>
          </p:cNvPr>
          <p:cNvSpPr txBox="1"/>
          <p:nvPr/>
        </p:nvSpPr>
        <p:spPr>
          <a:xfrm>
            <a:off x="653143" y="355921"/>
            <a:ext cx="10613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Proposed Solution</a:t>
            </a:r>
            <a:endParaRPr lang="en-PK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1959DE-1999-8B46-26C2-020B97F2A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42" y="24557"/>
            <a:ext cx="1181101" cy="1186397"/>
          </a:xfrm>
          <a:prstGeom prst="rect">
            <a:avLst/>
          </a:prstGeom>
        </p:spPr>
      </p:pic>
      <p:sp>
        <p:nvSpPr>
          <p:cNvPr id="2" name="Arrow: Chevron 1">
            <a:extLst>
              <a:ext uri="{FF2B5EF4-FFF2-40B4-BE49-F238E27FC236}">
                <a16:creationId xmlns:a16="http://schemas.microsoft.com/office/drawing/2014/main" id="{BFBEEFA9-836F-07CC-A0BF-7EAEB24A0564}"/>
              </a:ext>
            </a:extLst>
          </p:cNvPr>
          <p:cNvSpPr/>
          <p:nvPr/>
        </p:nvSpPr>
        <p:spPr>
          <a:xfrm>
            <a:off x="478972" y="1937363"/>
            <a:ext cx="3777343" cy="1087805"/>
          </a:xfrm>
          <a:prstGeom prst="chevron">
            <a:avLst/>
          </a:prstGeom>
          <a:solidFill>
            <a:srgbClr val="0574B9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CD93437F-0C27-F580-8B73-6FC5B27A0C92}"/>
              </a:ext>
            </a:extLst>
          </p:cNvPr>
          <p:cNvSpPr/>
          <p:nvPr/>
        </p:nvSpPr>
        <p:spPr>
          <a:xfrm>
            <a:off x="4332516" y="1937362"/>
            <a:ext cx="3777343" cy="1087805"/>
          </a:xfrm>
          <a:prstGeom prst="chevron">
            <a:avLst/>
          </a:prstGeom>
          <a:solidFill>
            <a:srgbClr val="0574B9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1FD7FB44-19A0-A60E-5CEE-0C3A53BD0B3C}"/>
              </a:ext>
            </a:extLst>
          </p:cNvPr>
          <p:cNvSpPr/>
          <p:nvPr/>
        </p:nvSpPr>
        <p:spPr>
          <a:xfrm>
            <a:off x="8077201" y="1937362"/>
            <a:ext cx="3777343" cy="1087805"/>
          </a:xfrm>
          <a:prstGeom prst="chevron">
            <a:avLst/>
          </a:prstGeom>
          <a:solidFill>
            <a:srgbClr val="0574B9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0DD7FA-339E-F9A5-DDED-322ACAEBA3CD}"/>
              </a:ext>
            </a:extLst>
          </p:cNvPr>
          <p:cNvSpPr/>
          <p:nvPr/>
        </p:nvSpPr>
        <p:spPr>
          <a:xfrm>
            <a:off x="402771" y="3025167"/>
            <a:ext cx="3374571" cy="3215648"/>
          </a:xfrm>
          <a:prstGeom prst="roundRect">
            <a:avLst>
              <a:gd name="adj" fmla="val 3465"/>
            </a:avLst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0A8610-C4DB-40AD-72D0-F9BE98CF4F1D}"/>
              </a:ext>
            </a:extLst>
          </p:cNvPr>
          <p:cNvSpPr/>
          <p:nvPr/>
        </p:nvSpPr>
        <p:spPr>
          <a:xfrm>
            <a:off x="4272642" y="3025167"/>
            <a:ext cx="3374571" cy="3215648"/>
          </a:xfrm>
          <a:prstGeom prst="roundRect">
            <a:avLst>
              <a:gd name="adj" fmla="val 3465"/>
            </a:avLst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9C9240-8A9F-516A-76D7-4D00F068522F}"/>
              </a:ext>
            </a:extLst>
          </p:cNvPr>
          <p:cNvSpPr/>
          <p:nvPr/>
        </p:nvSpPr>
        <p:spPr>
          <a:xfrm>
            <a:off x="8017327" y="3025167"/>
            <a:ext cx="3374571" cy="3215648"/>
          </a:xfrm>
          <a:prstGeom prst="roundRect">
            <a:avLst>
              <a:gd name="adj" fmla="val 3465"/>
            </a:avLst>
          </a:prstGeom>
          <a:solidFill>
            <a:schemeClr val="bg1"/>
          </a:solidFill>
          <a:ln>
            <a:solidFill>
              <a:srgbClr val="8DC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9394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D78FC98D31E349B45E73E1C0710E37" ma:contentTypeVersion="13" ma:contentTypeDescription="Create a new document." ma:contentTypeScope="" ma:versionID="d7a422fd5921eca3ec88948215634dca">
  <xsd:schema xmlns:xsd="http://www.w3.org/2001/XMLSchema" xmlns:xs="http://www.w3.org/2001/XMLSchema" xmlns:p="http://schemas.microsoft.com/office/2006/metadata/properties" xmlns:ns3="2dad976c-5538-4c21-b3df-3689d5265c9c" xmlns:ns4="7eb04ef2-9ffd-4403-a5e1-5dc2571077cc" targetNamespace="http://schemas.microsoft.com/office/2006/metadata/properties" ma:root="true" ma:fieldsID="96205797cecdcd26914887b03b9cae97" ns3:_="" ns4:_="">
    <xsd:import namespace="2dad976c-5538-4c21-b3df-3689d5265c9c"/>
    <xsd:import namespace="7eb04ef2-9ffd-4403-a5e1-5dc2571077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ad976c-5538-4c21-b3df-3689d5265c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04ef2-9ffd-4403-a5e1-5dc2571077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ad976c-5538-4c21-b3df-3689d5265c9c" xsi:nil="true"/>
  </documentManagement>
</p:properties>
</file>

<file path=customXml/itemProps1.xml><?xml version="1.0" encoding="utf-8"?>
<ds:datastoreItem xmlns:ds="http://schemas.openxmlformats.org/officeDocument/2006/customXml" ds:itemID="{5AA9B410-5DB1-42B3-978A-28C407A108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ad976c-5538-4c21-b3df-3689d5265c9c"/>
    <ds:schemaRef ds:uri="7eb04ef2-9ffd-4403-a5e1-5dc2571077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39FDE1-5E65-49A3-A0A8-06DC3A8ABB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BC81A-D710-4110-BCCE-0D269F2E987B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2dad976c-5538-4c21-b3df-3689d5265c9c"/>
    <ds:schemaRef ds:uri="http://schemas.openxmlformats.org/package/2006/metadata/core-properties"/>
    <ds:schemaRef ds:uri="7eb04ef2-9ffd-4403-a5e1-5dc2571077cc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106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WAQAS ALI</dc:creator>
  <cp:lastModifiedBy>MUHAMMAD WAQAS ALI</cp:lastModifiedBy>
  <cp:revision>2</cp:revision>
  <dcterms:created xsi:type="dcterms:W3CDTF">2026-08-01T05:04:23Z</dcterms:created>
  <dcterms:modified xsi:type="dcterms:W3CDTF">2026-08-01T06:07:24Z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0x0101000BD78FC98D31E349B45E73E1C0710E37</vt:lpwstr>
  </property>
</Properties>
</file>